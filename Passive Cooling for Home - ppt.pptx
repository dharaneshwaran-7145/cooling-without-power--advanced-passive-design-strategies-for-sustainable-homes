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09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COOLING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HOME</a:t>
            </a:r>
            <a:endParaRPr lang="en-US" sz="4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Cooling for Home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14173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indoor temperature using only passive techniques — without mechanical or electrical cooling systems.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semi-cylindrical dome-shaped prototype using natural ventilation, stack effect, Venturi effect, and solar-reflective materials.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indoor temperature by 2-3 degree C without energy consumption — sustainable, low-cost, and eco-friendly housing solution.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Process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Analysis: 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10896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need for zero-energy cooling; studied climatic data of Salem, Tamil Nadu for solar radiation and wind patterns.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58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Design: 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108960" y="2286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semi-cylindrical dome (60x60 cm) with top air extractor, side window openings, and extended roof overhang.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Selection: 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108960" y="3154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cardboard and foam board for prototype; AAC blocks, Low-E glass, solar-reflective paint for full-scale.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8580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Testing: 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108960" y="4023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cardboard dome; placed DS18B20 sensors to record indoor vs outdoor temperature with RTC and SD card logging.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Table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7784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874520"/>
            <a:ext cx="859536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Heat Reduction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8600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coating on dome exterior surface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absorptivity reduced; less heat enters indoor space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496312"/>
            <a:ext cx="859536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49631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Effect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2496312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air rises through dome apex top opening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77840" y="2496312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air exits naturally; cooler air drawn in from below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118104"/>
            <a:ext cx="859536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118104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Venturi Effect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286000" y="3118104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accelerates through constricted outlet openings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77840" y="3118104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velocity increases; enhanced heat removal from interior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739896"/>
            <a:ext cx="859536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739896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Ventilation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286000" y="3739896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side windows aligned with prevailing wind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77840" y="3739896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fresh air flow across the occupied zone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4361688"/>
            <a:ext cx="859536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361688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Logging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286000" y="4361688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sensors record T1 (outside) and T2 (inside)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577840" y="4361688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data stored via RTC and SD card for analysis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Activities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a naturally cooled residential house near Dindigul to study passive design strategies and real construction techniques.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Fabrication: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60x60 cm cardboard dome prototype with foam board insulation, top air extractor, and large side ventilation windows.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DS18B20 sensors, RTC module, and SD card module to log indoor (T2) and outdoor (T1) temperatures continuously.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Analysis: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temperature data under real outdoor conditions; analyzed T1 vs T2 difference to validate passive cooling performance.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Duration Table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1325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Description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9202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828800" y="1920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and Climatic Data Collection (Salem, TN)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542032"/>
            <a:ext cx="822960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5420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828800" y="25420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 and Material Selection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163824"/>
            <a:ext cx="822960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16382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828800" y="316382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Fabrication (Cardboard Dome Model)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316382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785616"/>
            <a:ext cx="822960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7856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828800" y="37856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Wiring and Data Logging Setup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37856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4407408"/>
            <a:ext cx="822960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4074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828800" y="440740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Testing, Data Recording and Analysis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44074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Precedence Table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859536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56032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Preceded By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1325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859536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Fabrication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603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and Design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46320" y="1965960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starts after site study and design finalization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679192"/>
            <a:ext cx="859536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56032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Fabrication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46320" y="2679192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mounted only after prototype structure is complete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392424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Testing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60320" y="3392424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Integration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3392424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starts once data logging system is fully operational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4105656"/>
            <a:ext cx="859536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105656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560320" y="4105656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Testing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4105656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comparison done after sufficient data is collected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Cooling: 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88036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of indoor spaces using natural methods without any electrical or mechanical systems.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Effect: 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880360" y="1984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air movement caused by temperature and density differences — warm air rises and exits at top.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74320" y="2596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Venturi Effect: 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80360" y="25968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velocity increases when flowing through a constricted area, causing pressure drop and enhanced airflow.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4320" y="32095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Blocks: 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0360" y="32095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Autoclaved Aerated Concrete — lightweight, low-conductivity blocks used for thermal insulation in walls.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DS18B20: 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880360" y="3822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digital temperature sensor (accuracy +/-0.5 degree C) for measuring indoor and outdoor temperatures.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Reflective Paint: 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880360" y="4434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coating that reflects infrared solar radiation, reducing surface temperature and heat gain.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Principles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417320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371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 (Conduction, Convection, Radiation): 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03320" y="137160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Low-conductivity materials reduce conduction; airflow drives convection; reflective coating cuts radiation heat gain.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" y="2304288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2585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(Stack Effect): 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03320" y="2258568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air is less dense and rises to the dome apex, creating a pressure difference that draws cooler air from side openings.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191256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1455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Mechanics (Bernoulli Principle): 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3320" y="3145536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drops as air velocity increases at constricted outlet openings, pulling more air through the structure naturally.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74320" y="4078224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0325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Mass Effect: 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703320" y="4032504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blocks and clay tiles absorb and delay heat, slowing the temperature rise inside the building during peak daytime.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Rules and Laws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Heat Gain Rule: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Q_solar = alpha x I x A  — reducing surface absorptivity directly reduces heat entering the building.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x V1 = A2 x V2  — smaller outlet area increases air velocity, strengthening Venturi-driven ventilation.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Heat Removal: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Q_air = m-dot x Cp x (Ti - To)  — continuous air exchange removes accumulated indoor heat efficiently.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Resistance Rule: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R-value materials such as AAC and foam board slow down heat conduction through walls and roof.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 Geometry Principle: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Corner-free curved surface distributes solar radiation uniformly and avoids localized heat accumulation zones.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and Variables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371600"/>
            <a:ext cx="3931920" cy="3291840"/>
          </a:xfrm>
          <a:prstGeom prst="rect">
            <a:avLst/>
          </a:prstGeom>
          <a:solidFill>
            <a:srgbClr val="EEF4FF"/>
          </a:solidFill>
          <a:ln w="19050">
            <a:solidFill>
              <a:srgbClr val="1557B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8745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Dimensions: 60 x 60 x 60 cm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Conductivity: 0.05 to 0.10 W/m.K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Board Conductivity: 0.03 to 0.05 W/m.K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Accuracy: +/- 0.5 degree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Cost: Rs.1,420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Estimated Cost: Rs.56,000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0" y="1371600"/>
            <a:ext cx="4297680" cy="3291840"/>
          </a:xfrm>
          <a:prstGeom prst="rect">
            <a:avLst/>
          </a:prstGeom>
          <a:solidFill>
            <a:srgbClr val="EEF4FF"/>
          </a:solidFill>
          <a:ln w="19050">
            <a:solidFill>
              <a:srgbClr val="1557B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0" y="1371600"/>
            <a:ext cx="4297680" cy="41148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0" y="1371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54880" y="18745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Temp (T2): Changes with design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Temp (T1): Varies with time of day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 = T1 - T2: Measures cooling effect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Velocity (v): Depends on wind and openings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Intensity (I): Varies with season and time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Logic Model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8F0FE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  &gt;&gt;  Dome Roof  &gt;&gt;  Stack + Venturi Effect  &gt;&gt;  Natural Airflow  &gt;&gt;  Indoor Cooling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24688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Heat Gain: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Q_solar = alpha x I x A   (alpha = solar absorptivity; I = solar intensity W/m2; A = surface area m2)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Heat Removal: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Q_air = m-dot x Cp x (Ti - To)   (m-dot = mass flow rate; Cp = specific heat of air)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Equation (Venturi):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x V1 = A2 x V2  --  Smaller outlet = Higher air velocity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 = T1 - T2 = 2 to 3 degree C observed; confirms passive cooling effectiveness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Analysis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371600"/>
            <a:ext cx="8595360" cy="749808"/>
          </a:xfrm>
          <a:prstGeom prst="rect">
            <a:avLst/>
          </a:prstGeom>
          <a:solidFill>
            <a:srgbClr val="EEF4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408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140817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wind speed is very low?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17556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Stack effect alone maintains airflow; dome top extractor continues to remove hot air via buoyancy forces.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258568"/>
            <a:ext cx="8595360" cy="749808"/>
          </a:xfrm>
          <a:prstGeom prst="rect">
            <a:avLst/>
          </a:prstGeom>
          <a:solidFill>
            <a:srgbClr val="F8FB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" y="22951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solar radiation is very high?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264261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Reflective coating reduces absorptivity; dome geometry distributes radiation uniformly, limiting peak heat gain.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3145536"/>
            <a:ext cx="8595360" cy="749808"/>
          </a:xfrm>
          <a:prstGeom prst="rect">
            <a:avLst/>
          </a:prstGeom>
          <a:solidFill>
            <a:srgbClr val="EEF4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31520" y="3182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materials change to concrete?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31520" y="35295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Higher conductivity increases heat gain; AAC blocks with Low-E glass must be used to maintain performance.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4320" y="4032504"/>
            <a:ext cx="8595360" cy="749808"/>
          </a:xfrm>
          <a:prstGeom prst="rect">
            <a:avLst/>
          </a:prstGeom>
          <a:solidFill>
            <a:srgbClr val="F8FB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31520" y="40690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top opening is blocked?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31520" y="4416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Hot air gets trapped; stack effect fails; indoor temperature rises — top extractor opening is critical to system.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463040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514600" y="1371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zero-energy passive cooling prototype using dome geometry, stack effect, and Venturi-assisted airflow.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74320" y="2350008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2585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514600" y="225856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2-3 degree C indoor temperature reduction over outdoor without any mechanical or electrical cooling system.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74320" y="3236976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14553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14600" y="314553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sensor data confirmed consistent thermal performance; T2 remained stable even under increasing external conditions.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274320" y="4123944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03250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514600" y="4032504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with AAC blocks; integrate CFD simulation, IoT monitoring, wind catchers, and solar panel combination.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1353</Words>
  <Application>Microsoft Office PowerPoint</Application>
  <PresentationFormat>On-screen Show (16:9)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Passive Cooling for Home</dc:title>
  <dc:subject>PptxGenJS Presentation</dc:subject>
  <dc:creator>PptxGenJS</dc:creator>
  <cp:lastModifiedBy>Dharaneshwaran B</cp:lastModifiedBy>
  <cp:revision>1</cp:revision>
  <dcterms:created xsi:type="dcterms:W3CDTF">2026-03-27T13:42:01Z</dcterms:created>
  <dcterms:modified xsi:type="dcterms:W3CDTF">2026-03-27T13:45:45Z</dcterms:modified>
</cp:coreProperties>
</file>